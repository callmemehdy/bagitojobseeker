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7315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BagitoJobSeeker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Application Bot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discovery to application — fully automated.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338328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338328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38328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338328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338328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 El Akary  |  mehdyakr@gmail.com  |  elakarymedhi.dev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36576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286000"/>
            <a:ext cx="1280160" cy="128016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browsing and applying to dozens of job boards every day takes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9728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1012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Applications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the same cover letter kills your chances of standing 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9728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44768" y="192024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Tracking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42316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easy to lose track of who you contacted, when, and whether they replied.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BagitoJobSeeker handles the entire application pipeline end-to-end.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3108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572768"/>
            <a:ext cx="804672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7276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788920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posts, Seek &amp; Indeed listings are scraped automatically using Selenium + BeautifulSoup.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066544"/>
            <a:ext cx="12801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463040"/>
            <a:ext cx="1965960" cy="3108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1572768"/>
            <a:ext cx="804672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57276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78608" y="2788920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computes cosine similarity between your resume and each job description.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62272" y="2066544"/>
            <a:ext cx="12801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463040"/>
            <a:ext cx="1965960" cy="3108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93792" y="1572768"/>
            <a:ext cx="804672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157276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916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27448" y="2788920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or Meta AI generates a tailored cover letter and cold email for each matched position.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1112" y="2066544"/>
            <a:ext cx="12801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463040"/>
            <a:ext cx="1965960" cy="310896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42632" y="1572768"/>
            <a:ext cx="804672" cy="6583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1572768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76288" y="2788920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sends your resume + cover letter. An applied.json tracker prevents duplicate sends.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Multi-Platform Scraping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572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posts, Seek, Indeed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04488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Cover Letters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04488" y="1572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or Meta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0584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39128" y="1188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Matching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39128" y="157276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+ cosine similarity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7432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69848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Automation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3310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with PDF attachments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432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04488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04488" y="3310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British, American, French spelling variants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743200"/>
            <a:ext cx="54864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39128" y="2926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Tracking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39128" y="3310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tracker prevents duplicate sends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3429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1430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NLP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26771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8712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4747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143000"/>
            <a:ext cx="2011680" cy="3429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143000"/>
            <a:ext cx="201168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1430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06040" y="170992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1488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(Chrome)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31343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26771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29169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61488" y="28712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(optional)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52044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4747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curl_cffi AsyncSession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143000"/>
            <a:ext cx="2011680" cy="3429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143000"/>
            <a:ext cx="2011680" cy="38404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11430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70992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31343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26771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9169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28712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52044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4747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1143000"/>
            <a:ext cx="2011680" cy="3429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1143000"/>
            <a:ext cx="2011680" cy="38404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9712" y="114300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03720" y="1709928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(SMTP)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03720" y="231343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2267712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Webhook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03720" y="29169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59168" y="28712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GraphQL API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03720" y="352044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34747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(Selenium)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Demo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8872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097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bot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81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--first_name Mehdi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18872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88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04688" y="1097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Scraping begins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1481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 + Seek scraped per searchTerms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42316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2331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matching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7157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job scored vs resume via NLP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42316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423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04688" y="2331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letter written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7157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API drafts a personalized letter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65760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5568" y="35661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sent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9502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 API sends resume + cover letter PDF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023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657600"/>
            <a:ext cx="512064" cy="51206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35661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39502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applied.json logs job ID and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28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Bot Delivers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789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20+ positions per run without lifting a finger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733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cover letters using your real resume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677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repeat applications with built-in tracking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620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LinkedIn, Seek, and Indeed simultaneously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aware — built-in delays and exponential backoff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434840"/>
            <a:ext cx="914400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4531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github.com/callmemehdy/bagitojobseeker   |   elakarymedhi.dev   |   mehdyakr@gmail.com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BagitoJobSeeker</dc:title>
  <dc:subject>PptxGenJS Presentation</dc:subject>
  <dc:creator>PptxGenJS</dc:creator>
  <cp:lastModifiedBy>PptxGenJS</cp:lastModifiedBy>
  <cp:revision>1</cp:revision>
  <dcterms:created xsi:type="dcterms:W3CDTF">2026-05-23T19:07:07Z</dcterms:created>
  <dcterms:modified xsi:type="dcterms:W3CDTF">2026-05-23T19:07:07Z</dcterms:modified>
</cp:coreProperties>
</file>